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9" r:id="rId13"/>
    <p:sldId id="266" r:id="rId14"/>
    <p:sldId id="270" r:id="rId15"/>
    <p:sldId id="271" r:id="rId16"/>
    <p:sldId id="272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4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A675316E-661A-F718-93D4-67C2A9810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36AF318E-A90A-03F4-6609-A2A1ED301E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A175D48A-2E53-1C95-CB62-80BAD2436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997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626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nesh24200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HEALTHCARE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4980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Stroke Data Analysis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Using (EDA)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5397898"/>
            <a:ext cx="5486400" cy="823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Monesh Chaudhari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Batch 509</a:t>
            </a:r>
            <a:endParaRPr lang="en-US" sz="13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8F954F-ED2D-F2ED-6942-69D87C5ED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718" y="2213029"/>
            <a:ext cx="7969400" cy="35223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4DED31-E25A-DC7A-CA80-E90F683DF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079" y="6221255"/>
            <a:ext cx="3653457" cy="6367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A20313-3D22-29CA-72A8-AEF89703FBE0}"/>
              </a:ext>
            </a:extLst>
          </p:cNvPr>
          <p:cNvSpPr txBox="1"/>
          <p:nvPr/>
        </p:nvSpPr>
        <p:spPr>
          <a:xfrm>
            <a:off x="427656" y="1821667"/>
            <a:ext cx="11764344" cy="146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 dirty="0"/>
              <a:t>Name : Monesh Chaudhari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 dirty="0"/>
              <a:t>Education : Bachelor of Technology (Computer science and engineering)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77097-D444-1791-3001-C79C83719B02}"/>
              </a:ext>
            </a:extLst>
          </p:cNvPr>
          <p:cNvSpPr txBox="1"/>
          <p:nvPr/>
        </p:nvSpPr>
        <p:spPr>
          <a:xfrm>
            <a:off x="554899" y="4695389"/>
            <a:ext cx="1320555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hlinkClick r:id="" action="ppaction://noaction"/>
              </a:rPr>
              <a:t>LinkedIn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hlinkClick r:id="" action="ppaction://noaction"/>
              </a:rPr>
              <a:t> </a:t>
            </a:r>
            <a:r>
              <a:rPr lang="en-IN" sz="2000" b="1" dirty="0">
                <a:hlinkClick r:id="rId3"/>
              </a:rPr>
              <a:t>Github</a:t>
            </a:r>
            <a:endParaRPr lang="en-IN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2ECE1-DF3A-831F-0DE4-509D4C913CA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0"/>
            <a:ext cx="12191407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WHY THIS PROJECT?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Relevance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63640" y="1642998"/>
            <a:ext cx="5371633" cy="2106042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137643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7680" y="402336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737" y="4640772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AB75D7CD-7AAA-25FF-B8F0-2750D07F7B37}"/>
              </a:ext>
            </a:extLst>
          </p:cNvPr>
          <p:cNvSpPr/>
          <p:nvPr/>
        </p:nvSpPr>
        <p:spPr>
          <a:xfrm>
            <a:off x="458208" y="1642998"/>
            <a:ext cx="5470153" cy="2106042"/>
          </a:xfrm>
          <a:prstGeom prst="roundRect">
            <a:avLst>
              <a:gd name="adj" fmla="val 3556"/>
            </a:avLst>
          </a:prstGeom>
          <a:noFill/>
          <a:ln>
            <a:solidFill>
              <a:schemeClr val="tx1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4C437D-9D2D-D972-EC41-372FE7C8BC10}"/>
              </a:ext>
            </a:extLst>
          </p:cNvPr>
          <p:cNvSpPr txBox="1"/>
          <p:nvPr/>
        </p:nvSpPr>
        <p:spPr>
          <a:xfrm>
            <a:off x="1280160" y="2130552"/>
            <a:ext cx="47905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is a major global health concern.</a:t>
            </a: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C90776CA-63DA-16C5-5946-306A136E8ED6}"/>
              </a:ext>
            </a:extLst>
          </p:cNvPr>
          <p:cNvSpPr/>
          <p:nvPr/>
        </p:nvSpPr>
        <p:spPr>
          <a:xfrm>
            <a:off x="716281" y="2148840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r>
              <a:rPr lang="en-IN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AAD60E-1C6E-2C89-C31E-26920D890B9A}"/>
              </a:ext>
            </a:extLst>
          </p:cNvPr>
          <p:cNvSpPr txBox="1"/>
          <p:nvPr/>
        </p:nvSpPr>
        <p:spPr>
          <a:xfrm>
            <a:off x="7044397" y="2105871"/>
            <a:ext cx="46599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important stroke risk factors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51A3DF-ACB2-7BF7-917A-1CB1C48E00F6}"/>
              </a:ext>
            </a:extLst>
          </p:cNvPr>
          <p:cNvSpPr txBox="1"/>
          <p:nvPr/>
        </p:nvSpPr>
        <p:spPr>
          <a:xfrm>
            <a:off x="1280160" y="4640772"/>
            <a:ext cx="45895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power of EDA in healthcare analytics.</a:t>
            </a: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E32CFBDE-7C4C-BF0B-C82D-E3C4B27CDC5F}"/>
              </a:ext>
            </a:extLst>
          </p:cNvPr>
          <p:cNvSpPr/>
          <p:nvPr/>
        </p:nvSpPr>
        <p:spPr>
          <a:xfrm>
            <a:off x="792169" y="4625651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r>
              <a:rPr lang="en-IN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10BD19-E3CB-A23C-FA3C-551E28E10A8B}"/>
              </a:ext>
            </a:extLst>
          </p:cNvPr>
          <p:cNvSpPr txBox="1"/>
          <p:nvPr/>
        </p:nvSpPr>
        <p:spPr>
          <a:xfrm>
            <a:off x="7168662" y="4625651"/>
            <a:ext cx="48709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real-world experience in data analysis and visualization.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95522F8-D57A-A7B8-E90D-134303409B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1407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1B5495-7EB3-6C79-BC41-691B9FFB1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273" y="6263640"/>
            <a:ext cx="3410264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5" name="Text 3"/>
          <p:cNvSpPr/>
          <p:nvPr/>
        </p:nvSpPr>
        <p:spPr>
          <a:xfrm>
            <a:off x="868680" y="18288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of this project is to perform Exploratory Data Analysis (EDA) on a healthcare stroke dataset to identify patterns, trends, and relationships between demographic and medical factors that influence stroke occurrence.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3375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focuses on: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preparation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key variables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 and outliers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insights into stroke risk factors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 groundwork for future predictive analytics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543800" y="1755648"/>
            <a:ext cx="411480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9" name="Text 7"/>
          <p:cNvSpPr/>
          <p:nvPr/>
        </p:nvSpPr>
        <p:spPr>
          <a:xfrm>
            <a:off x="7726680" y="1892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5,110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7266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98080" y="3264408"/>
            <a:ext cx="411480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12" name="Text 10"/>
          <p:cNvSpPr/>
          <p:nvPr/>
        </p:nvSpPr>
        <p:spPr>
          <a:xfrm>
            <a:off x="7726680" y="33741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26680" y="4041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98080" y="4745736"/>
            <a:ext cx="411480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15" name="Text 13"/>
          <p:cNvSpPr/>
          <p:nvPr/>
        </p:nvSpPr>
        <p:spPr>
          <a:xfrm>
            <a:off x="7726680" y="485546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~5%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26680" y="55229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Prevalence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78AF91F-CAA9-750B-DCB5-10A4216B86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1407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28E08D-20D9-A561-D3C2-6682E2B0A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812" y="6263640"/>
            <a:ext cx="3796596" cy="608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DATASET INFORMATION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38912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5" name="Text 3"/>
          <p:cNvSpPr/>
          <p:nvPr/>
        </p:nvSpPr>
        <p:spPr>
          <a:xfrm>
            <a:off x="82296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Stroke Prediction dataset contains patient-level demographic, lifestyle, and clinical attributes used to study factors associated with stroke occurrence. Each row represents one patient, with the target variable indicating whether the patient experienced a stroke.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"Stroke Prediction Dataset"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1928638"/>
            <a:ext cx="3657600" cy="4030824"/>
          </a:xfrm>
          <a:prstGeom prst="roundRect">
            <a:avLst>
              <a:gd name="adj" fmla="val 170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10" name="Text 8"/>
          <p:cNvSpPr/>
          <p:nvPr/>
        </p:nvSpPr>
        <p:spPr>
          <a:xfrm>
            <a:off x="75895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5,110 patients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8952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3544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attributes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8952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3544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89520" y="36347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20200" y="361514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(0 / 1)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89520" y="4214171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20200" y="4201575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column only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89520" y="480759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35440" y="47880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F9F92A-286B-4D73-79E6-19F3D3B881C8}"/>
              </a:ext>
            </a:extLst>
          </p:cNvPr>
          <p:cNvCxnSpPr>
            <a:cxnSpLocks/>
          </p:cNvCxnSpPr>
          <p:nvPr/>
        </p:nvCxnSpPr>
        <p:spPr>
          <a:xfrm>
            <a:off x="8770776" y="2372308"/>
            <a:ext cx="0" cy="3587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57AF264-B39C-D8C0-C9E0-A1174F24B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273" y="6263640"/>
            <a:ext cx="3410264" cy="5943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DE3576-1526-9C77-CBDC-EC93D21C708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0"/>
            <a:ext cx="1219140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UNDERSTANDING 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Columns &amp; Target Variable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936492"/>
              </p:ext>
            </p:extLst>
          </p:nvPr>
        </p:nvGraphicFramePr>
        <p:xfrm>
          <a:off x="548640" y="1600200"/>
          <a:ext cx="6492240" cy="44805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0000"/>
                          </a:solidFill>
                        </a:rPr>
                        <a:t>Column</a:t>
                      </a:r>
                      <a:endParaRPr lang="en-US" sz="125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lang="en-US" sz="125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id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Unique patient identifier (dropped)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gender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Male / Female / Other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age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Patient age in years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hypertension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0 = No, 1 = Yes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heart_disease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0 = No, 1 = Yes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ever_married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Yes / No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work_type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Private / Self-employed / Govt / Children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Residence_type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Urban / Rural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avg_glucose_level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Average blood glucose level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bmi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Body Mass Index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smoking_status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Formerly / Never / Smokes / Unknown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6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stroke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</a:rPr>
                        <a:t>Target: 0 = No stroke, 1 = Stroke</a:t>
                      </a:r>
                      <a:endParaRPr lang="en-US" sz="1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00200"/>
            <a:ext cx="4297680" cy="4480560"/>
          </a:xfrm>
          <a:prstGeom prst="roundRect">
            <a:avLst>
              <a:gd name="adj" fmla="val 1702"/>
            </a:avLst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4" name="Text 3"/>
          <p:cNvSpPr/>
          <p:nvPr/>
        </p:nvSpPr>
        <p:spPr>
          <a:xfrm>
            <a:off x="7543800" y="1764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Observations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543800" y="2130552"/>
            <a:ext cx="3840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stroke (binary classification)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numerical (age, bmi, glucose) and categorical (gender, work_type, smoking) features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carries no predictive value and is removed early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heart_disease, stroke are binary flags, not continuous variables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smoking_status includes a sizeable "Unknown" category to be analyzed as-is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28C587-3718-9A1E-00A1-036CF11BE4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1407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A40E8B-A0F5-7655-B457-8EF52A095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341" y="6245352"/>
            <a:ext cx="3515195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 CLEANING &amp;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Data Analysis-Ready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had 201 missing entries (3.93%). Imputed using the median to avoid distortion from skew/outliers.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537960" y="2313432"/>
            <a:ext cx="4892040" cy="12344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with df.duplicated().sum() — zero duplicate rows found in the dataset.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2245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645152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reviewed for age, bmi, avg_glucose_level. Extreme values retained as genuine medical conditions (e.g. obesity, diabetes), not errors.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402336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42245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37960" y="4645152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target is highly imbalanced — ~95% "No Stroke" vs ~5% "Stroke". Flagged for any future modeling work.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3990969-FD82-BE29-5AF4-D8C0C714E8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1407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0D5353-4DB4-40BB-6ADD-E3F187668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273" y="6263641"/>
            <a:ext cx="3410263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 CLEANING &amp;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Detection</a:t>
            </a:r>
            <a:endParaRPr lang="en-US" sz="3000" dirty="0"/>
          </a:p>
        </p:txBody>
      </p:sp>
      <p:pic>
        <p:nvPicPr>
          <p:cNvPr id="4" name="Image 0" descr="/home/claude/imgs/null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97" y="1600200"/>
            <a:ext cx="6015567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600200"/>
            <a:ext cx="466344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6" name="Text 3"/>
          <p:cNvSpPr/>
          <p:nvPr/>
        </p:nvSpPr>
        <p:spPr>
          <a:xfrm>
            <a:off x="7178040" y="1764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178040" y="2130552"/>
            <a:ext cx="420624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highlights missing entries only in the bmi column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columns are fully populated — no missing data elsewhere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bmi values (3.93%) were imputed with the column median to preserve the sample size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chosen over mean since bmi is right-skewed and sensitive to outliers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57A33B-0B78-1A7D-94C7-E0CE23B02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341" y="6245352"/>
            <a:ext cx="3515195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EDA — UNIVARIATE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Age &amp; BMI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7680960" y="1554480"/>
            <a:ext cx="39776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7" name="Text 3"/>
          <p:cNvSpPr/>
          <p:nvPr/>
        </p:nvSpPr>
        <p:spPr>
          <a:xfrm>
            <a:off x="790956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plot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7909560" y="20299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with KDE overlay show the shape, spread and skew of each numeric variable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680960" y="292608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10" name="Text 6"/>
          <p:cNvSpPr/>
          <p:nvPr/>
        </p:nvSpPr>
        <p:spPr>
          <a:xfrm>
            <a:off x="7909560" y="30906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7909560" y="3456432"/>
            <a:ext cx="3520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patients are middle-aged to elderly; very few young patients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is slightly right-skewed with some extreme high values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distributions suggest the patient pool skews toward older, higher-risk individuals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FBEBF8-33AF-4428-F2B2-572179ACA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71" y="2440024"/>
            <a:ext cx="3520439" cy="27929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E8E1B2-6E2F-70E9-A083-944D54308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2440023"/>
            <a:ext cx="3520440" cy="27929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EBBE1F-FF36-F4EA-AF15-C33311F63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1669" y="6291072"/>
            <a:ext cx="325286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EDA — UNIVARIATE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Variables — Gender, Smoking &amp; Work Type</a:t>
            </a:r>
            <a:endParaRPr lang="en-US" sz="3000" dirty="0"/>
          </a:p>
        </p:txBody>
      </p:sp>
      <p:pic>
        <p:nvPicPr>
          <p:cNvPr id="6" name="Image 2" descr="/home/claude/imgs/count_work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543" y="4023360"/>
            <a:ext cx="2823633" cy="21031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680960" y="1645920"/>
            <a:ext cx="39776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8" name="Text 3"/>
          <p:cNvSpPr/>
          <p:nvPr/>
        </p:nvSpPr>
        <p:spPr>
          <a:xfrm>
            <a:off x="790956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plot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 4"/>
          <p:cNvSpPr/>
          <p:nvPr/>
        </p:nvSpPr>
        <p:spPr>
          <a:xfrm>
            <a:off x="7909560" y="20299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Count plots summarize the frequency of each category for key categorical features.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7680960" y="292608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11" name="Text 6"/>
          <p:cNvSpPr/>
          <p:nvPr/>
        </p:nvSpPr>
        <p:spPr>
          <a:xfrm>
            <a:off x="7909560" y="30906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7909560" y="3456432"/>
            <a:ext cx="3520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and Male dominate gender; "Other" is negligible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smoked" is the largest smoking group; "Unknown" is also significant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Private-sector employees form the largest work_type group; children are the smallest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F00690-919E-3C54-5647-964634FE2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" y="1501697"/>
            <a:ext cx="2823632" cy="22053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75A7F6-D295-AB8C-9162-6ED370AC7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533" y="1502630"/>
            <a:ext cx="3080052" cy="22053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F0C279-BECE-29F3-E62D-95EDA77DE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339" y="6324826"/>
            <a:ext cx="3059197" cy="533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EDA — BIVARIATE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Stroke vs. Gender &amp; Hypertension</a:t>
            </a:r>
            <a:endParaRPr lang="en-US" sz="3000" dirty="0"/>
          </a:p>
        </p:txBody>
      </p:sp>
      <p:pic>
        <p:nvPicPr>
          <p:cNvPr id="4" name="Image 0" descr="/home/claude/imgs/gender_vs_stro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43247"/>
            <a:ext cx="3337560" cy="24859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80960" y="1645920"/>
            <a:ext cx="39776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7" name="Text 3"/>
          <p:cNvSpPr/>
          <p:nvPr/>
        </p:nvSpPr>
        <p:spPr>
          <a:xfrm>
            <a:off x="790956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plot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7909560" y="20299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Grouped count plots compare stroke occurrence across categories of each variable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680960" y="292608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10" name="Text 6"/>
          <p:cNvSpPr/>
          <p:nvPr/>
        </p:nvSpPr>
        <p:spPr>
          <a:xfrm>
            <a:off x="7909560" y="30906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7909560" y="3456432"/>
            <a:ext cx="3520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distribution is broadly similar across genders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hypertension show a relatively higher proportion of stroke cases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appears to be a meaningful risk factor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E31704-CBDA-A15F-7A40-220302A76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845" y="2522405"/>
            <a:ext cx="3337560" cy="26067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F4D8E-F963-A14B-8F99-6C2CD9199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2743" y="6282544"/>
            <a:ext cx="3301794" cy="5754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EDA — BIVARIATE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Age, BMI &amp; Glucose vs. Stroke</a:t>
            </a:r>
            <a:endParaRPr lang="en-US" sz="3000" dirty="0"/>
          </a:p>
        </p:txBody>
      </p:sp>
      <p:pic>
        <p:nvPicPr>
          <p:cNvPr id="4" name="Image 0" descr="/home/claude/imgs/age_vs_stro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3" y="1645920"/>
            <a:ext cx="2823633" cy="2103120"/>
          </a:xfrm>
          <a:prstGeom prst="rect">
            <a:avLst/>
          </a:prstGeom>
        </p:spPr>
      </p:pic>
      <p:pic>
        <p:nvPicPr>
          <p:cNvPr id="5" name="Image 1" descr="/home/claude/imgs/bmi_vs_stro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483" y="1645920"/>
            <a:ext cx="2823633" cy="2103120"/>
          </a:xfrm>
          <a:prstGeom prst="rect">
            <a:avLst/>
          </a:prstGeom>
        </p:spPr>
      </p:pic>
      <p:pic>
        <p:nvPicPr>
          <p:cNvPr id="6" name="Image 2" descr="/home/claude/imgs/glucose_vs_stro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543" y="4023360"/>
            <a:ext cx="2823633" cy="21031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680960" y="1645920"/>
            <a:ext cx="39776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8" name="Text 3"/>
          <p:cNvSpPr/>
          <p:nvPr/>
        </p:nvSpPr>
        <p:spPr>
          <a:xfrm>
            <a:off x="790956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plot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 4"/>
          <p:cNvSpPr/>
          <p:nvPr/>
        </p:nvSpPr>
        <p:spPr>
          <a:xfrm>
            <a:off x="7909560" y="20299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Boxplots compare the distribution of each numeric variable across stroke classes.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7680960" y="292608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11" name="Text 6"/>
          <p:cNvSpPr/>
          <p:nvPr/>
        </p:nvSpPr>
        <p:spPr>
          <a:xfrm>
            <a:off x="7909560" y="30906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7909560" y="3456432"/>
            <a:ext cx="3520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patients generally have a higher median 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distributions overlap heavily — BMI alone doesn't separate the classes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patients tend to have higher glucose levels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E20AAD-8F7D-D83A-9361-9C35FAE00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1669" y="6291072"/>
            <a:ext cx="325286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EDA — MULTIVARIATE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 &amp; Pair Plot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7680960" y="1645920"/>
            <a:ext cx="39776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7" name="Text 3"/>
          <p:cNvSpPr/>
          <p:nvPr/>
        </p:nvSpPr>
        <p:spPr>
          <a:xfrm>
            <a:off x="790956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plot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7909560" y="20299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quantifies linear relationships; pair plot visualizes pairwise patterns across numeric variables, colored by stroke.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680960" y="292608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10" name="Text 6"/>
          <p:cNvSpPr/>
          <p:nvPr/>
        </p:nvSpPr>
        <p:spPr>
          <a:xfrm>
            <a:off x="7909560" y="30906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7909560" y="3456432"/>
            <a:ext cx="3520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shows a positive relationship with stroke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avg_glucose_level also shows a mild positive association with stroke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are weak to moderate — stroke risk is multi-factorial, not driven by one variable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F7BAC7-8767-9868-34A2-2994909C7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50" y="2175199"/>
            <a:ext cx="3184277" cy="27565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87C5EB-392E-8051-26A7-DD25E9C77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574" y="2029968"/>
            <a:ext cx="3003058" cy="28689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78F9B7-48EA-8EE8-CADF-5B2805BD44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1669" y="6291072"/>
            <a:ext cx="3252867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EDA — MULTIVARIATE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Age vs. Glucose Level, Colored by Stroke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680960" y="1645920"/>
            <a:ext cx="39776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6" name="Text 3"/>
          <p:cNvSpPr/>
          <p:nvPr/>
        </p:nvSpPr>
        <p:spPr>
          <a:xfrm>
            <a:off x="790956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plot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909560" y="20299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with stroke as hue examines how two numeric variables jointly relate to the target.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80960" y="292608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9" name="Text 6"/>
          <p:cNvSpPr/>
          <p:nvPr/>
        </p:nvSpPr>
        <p:spPr>
          <a:xfrm>
            <a:off x="7909560" y="30906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909560" y="3456432"/>
            <a:ext cx="3520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cases concentrate among older patients with higher glucose levels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clean boundary separates classes — relationships are complex and non-linear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that stroke risk depends on a combination of factors, not one variable alone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6C89B0-DDE1-2CD3-D725-F7FB4154C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978" y="1755648"/>
            <a:ext cx="5230378" cy="4142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VISUAL &amp; NON-VISUAL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Summary Statistics &amp; Key Insights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806031"/>
              </p:ext>
            </p:extLst>
          </p:nvPr>
        </p:nvGraphicFramePr>
        <p:xfrm>
          <a:off x="548640" y="1645920"/>
          <a:ext cx="5486400" cy="4206237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0000"/>
                          </a:solidFill>
                        </a:rPr>
                        <a:t>Metric</a:t>
                      </a:r>
                      <a:endParaRPr lang="en-US" sz="125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0000"/>
                          </a:solidFill>
                        </a:rPr>
                        <a:t>Value</a:t>
                      </a:r>
                      <a:endParaRPr lang="en-US" sz="125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Total patients</a:t>
                      </a:r>
                      <a:endParaRPr lang="en-US" sz="12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5,110</a:t>
                      </a:r>
                      <a:endParaRPr lang="en-US" sz="12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Stroke cases (class 1)</a:t>
                      </a:r>
                      <a:endParaRPr lang="en-US" sz="12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249 (4.87%)</a:t>
                      </a:r>
                      <a:endParaRPr lang="en-US" sz="12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No-stroke cases (class 0)</a:t>
                      </a:r>
                      <a:endParaRPr lang="en-US" sz="12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4,861 (95.13%)</a:t>
                      </a:r>
                      <a:endParaRPr lang="en-US" sz="12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Missing bmi (before cleaning)</a:t>
                      </a:r>
                      <a:endParaRPr lang="en-US" sz="12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201 (3.93%)</a:t>
                      </a:r>
                      <a:endParaRPr lang="en-US" sz="12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Duplicate rows</a:t>
                      </a:r>
                      <a:endParaRPr lang="en-US" sz="12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Unknown smoking_status</a:t>
                      </a:r>
                      <a:endParaRPr lang="en-US" sz="12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</a:rPr>
                        <a:t>1,544 (30.2%)</a:t>
                      </a:r>
                      <a:endParaRPr lang="en-US" sz="12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645920"/>
            <a:ext cx="5669280" cy="4434840"/>
          </a:xfrm>
          <a:prstGeom prst="roundRect">
            <a:avLst>
              <a:gd name="adj" fmla="val 1649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6" name="Text 3"/>
          <p:cNvSpPr/>
          <p:nvPr/>
        </p:nvSpPr>
        <p:spPr>
          <a:xfrm>
            <a:off x="6537960" y="1810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537960" y="2679192"/>
            <a:ext cx="52120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a major risk factor.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glucose levels increase stroke risk.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and heart disease are strongly associated with stroke.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alone is not a strong predictor.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imbalanced because stroke cases are much fewer than non-stroke cases.</a:t>
            </a:r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00A5B1-B2E9-C3CA-DE77-D8B4937A75A8}"/>
              </a:ext>
            </a:extLst>
          </p:cNvPr>
          <p:cNvCxnSpPr>
            <a:cxnSpLocks/>
            <a:stCxn id="17" idx="0"/>
            <a:endCxn id="17" idx="2"/>
          </p:cNvCxnSpPr>
          <p:nvPr/>
        </p:nvCxnSpPr>
        <p:spPr>
          <a:xfrm>
            <a:off x="3291840" y="1645920"/>
            <a:ext cx="0" cy="4206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025F855-A58E-D850-FFE9-CD2064B20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273" y="6263640"/>
            <a:ext cx="3410264" cy="594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19A360-AB92-867E-ECFC-B44E5248098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0"/>
            <a:ext cx="1219140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3149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Final Insights &amp; Learnings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947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6" name="Text 4"/>
          <p:cNvSpPr/>
          <p:nvPr/>
        </p:nvSpPr>
        <p:spPr>
          <a:xfrm>
            <a:off x="91440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Insights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02432" y="2697480"/>
            <a:ext cx="4937760" cy="2350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Age and average glucose level emerged as the strongest associations with stroke occurrence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and heart disease are clinically meaningful risk indicators within this dataset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Stroke risk is multi-factorial — no single variable cleanly separates stroke from non-stroke patients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20450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9" name="Text 7"/>
          <p:cNvSpPr/>
          <p:nvPr/>
        </p:nvSpPr>
        <p:spPr>
          <a:xfrm>
            <a:off x="662940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from the Project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629400" y="23317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Practiced end-to-end EDA: cleaning, univariate, bivariate, and multivariate analysis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judge when outliers represent real signal vs. noise (e.g., genuine high BMI/glucose)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Gained experience interpreting visualizations to derive actionable healthcare insights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importance of class imbalance for future model design and evaluation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160639-EC99-52B6-450B-655056AFA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273" y="6263640"/>
            <a:ext cx="3410264" cy="5943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819FFC-1D25-98CB-C6BD-C95188A64B4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0"/>
            <a:ext cx="1219140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A35688AF-62BA-5A4E-572F-BFA616D9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 You Person Stock Illustrations – 2,413 Thank You Person Stock  Illustrations, Vectors &amp; Clipart - Dreamstime">
            <a:extLst>
              <a:ext uri="{FF2B5EF4-FFF2-40B4-BE49-F238E27FC236}">
                <a16:creationId xmlns:a16="http://schemas.microsoft.com/office/drawing/2014/main" id="{C8303605-EDDF-F94E-1830-2BCC2E6AE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70" y="0"/>
            <a:ext cx="8782259" cy="608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7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1228</Words>
  <Application>Microsoft Office PowerPoint</Application>
  <PresentationFormat>Widescreen</PresentationFormat>
  <Paragraphs>214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</vt:lpstr>
      <vt:lpstr>Lato Black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Stroke Data Analysis - EDA</dc:title>
  <dc:subject>PptxGenJS Presentation</dc:subject>
  <dc:creator>Monesh Chaudhari</dc:creator>
  <cp:lastModifiedBy>Monesh Chaudhari</cp:lastModifiedBy>
  <cp:revision>17</cp:revision>
  <dcterms:created xsi:type="dcterms:W3CDTF">2026-06-19T09:17:30Z</dcterms:created>
  <dcterms:modified xsi:type="dcterms:W3CDTF">2026-06-30T14:05:32Z</dcterms:modified>
</cp:coreProperties>
</file>